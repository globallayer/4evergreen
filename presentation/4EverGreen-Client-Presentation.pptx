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02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03-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04-diffe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05-benef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06-portfol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07-cl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08-testimoni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09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10-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Users\Administrator\Claude\EverGreen\presentation\slides\slide11-cont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4EverGreen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4EverGreen - Nature Meets Design</dc:title>
  <dc:subject>Luxury Bespoke Trees for Exceptional Spaces</dc:subject>
  <dc:creator>4EverGreen</dc:creator>
  <cp:lastModifiedBy>4EverGreen</cp:lastModifiedBy>
  <cp:revision>1</cp:revision>
  <dcterms:created xsi:type="dcterms:W3CDTF">2026-04-08T11:42:08Z</dcterms:created>
  <dcterms:modified xsi:type="dcterms:W3CDTF">2026-04-08T11:42:08Z</dcterms:modified>
</cp:coreProperties>
</file>